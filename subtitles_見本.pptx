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42900"/>
            <a:ext cx="12191695" cy="17145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BIZ UDPGothic"/>
              </a:defRPr>
            </a:pPr>
            <a:r>
              <a:t>このファイルを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42900"/>
            <a:ext cx="12191695" cy="17145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BIZ UDPGothic"/>
              </a:defRPr>
            </a:pPr>
            <a:r>
              <a:t>実行すると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42900"/>
            <a:ext cx="12191695" cy="17145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BIZ UDPGothic"/>
              </a:defRPr>
            </a:pPr>
            <a:r>
              <a:t>一行ごとに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42900"/>
            <a:ext cx="12191695" cy="17145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BIZ UDPGothic"/>
              </a:defRPr>
            </a:pPr>
            <a:r>
              <a:t>パワポファイルが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42900"/>
            <a:ext cx="12191695" cy="17145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BIZ UDPGothic"/>
              </a:defRPr>
            </a:pPr>
            <a:r>
              <a:t>生成されます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42900"/>
            <a:ext cx="12191695" cy="17145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BIZ UDPGothic"/>
              </a:defRPr>
            </a:pPr>
            <a:r>
              <a:t>二行までなら</a:t>
            </a:r>
          </a:p>
          <a:p>
            <a:pPr algn="ctr">
              <a:defRPr sz="6000" b="1">
                <a:solidFill>
                  <a:srgbClr val="FFFFFF"/>
                </a:solidFill>
                <a:latin typeface="BIZ UDPGothic"/>
              </a:defRPr>
            </a:pPr>
            <a:r>
              <a:t>大丈夫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42900"/>
            <a:ext cx="12191695" cy="17145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BIZ UDPGothic"/>
              </a:defRPr>
            </a:pPr>
            <a:r>
              <a:t>中央揃えで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42900"/>
            <a:ext cx="12191695" cy="17145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BIZ UDPGothic"/>
              </a:defRPr>
            </a:pPr>
            <a:r>
              <a:t>ファイルを</a:t>
            </a:r>
          </a:p>
          <a:p>
            <a:pPr algn="ctr">
              <a:defRPr sz="6000" b="1">
                <a:solidFill>
                  <a:srgbClr val="FFFFFF"/>
                </a:solidFill>
                <a:latin typeface="BIZ UDPGothic"/>
              </a:defRPr>
            </a:pPr>
            <a:r>
              <a:t>生成します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42900"/>
            <a:ext cx="12191695" cy="17145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BIZ UDPGothic"/>
              </a:defRPr>
            </a:pPr>
            <a:r>
              <a:t>このように12文字のスライドは見にくいので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42900"/>
            <a:ext cx="12191695" cy="17145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BIZ UDPGothic"/>
              </a:defRPr>
            </a:pPr>
            <a:r>
              <a:t>エラーが出るようになります！！！！！</a:t>
            </a:r>
          </a:p>
          <a:p>
            <a:pPr algn="ctr">
              <a:defRPr sz="6000" b="1">
                <a:solidFill>
                  <a:srgbClr val="FFFFFF"/>
                </a:solidFill>
                <a:latin typeface="BIZ UDPGothic"/>
              </a:defRPr>
            </a:pPr>
            <a:r>
              <a:t>もちろん複数行になってもね！！！！！！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